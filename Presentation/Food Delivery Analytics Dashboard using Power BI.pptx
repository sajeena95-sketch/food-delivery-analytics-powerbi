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jeena Abbas" userId="418194399121638c" providerId="LiveId" clId="{3A914C17-C672-4CB4-A6FB-94081337ACB3}"/>
    <pc:docChg chg="modSld">
      <pc:chgData name="Sjeena Abbas" userId="418194399121638c" providerId="LiveId" clId="{3A914C17-C672-4CB4-A6FB-94081337ACB3}" dt="2026-07-28T22:40:36.362" v="0" actId="20577"/>
      <pc:docMkLst>
        <pc:docMk/>
      </pc:docMkLst>
      <pc:sldChg chg="modSp mod">
        <pc:chgData name="Sjeena Abbas" userId="418194399121638c" providerId="LiveId" clId="{3A914C17-C672-4CB4-A6FB-94081337ACB3}" dt="2026-07-28T22:40:36.362" v="0" actId="20577"/>
        <pc:sldMkLst>
          <pc:docMk/>
          <pc:sldMk cId="3985451584" sldId="256"/>
        </pc:sldMkLst>
        <pc:spChg chg="mod">
          <ac:chgData name="Sjeena Abbas" userId="418194399121638c" providerId="LiveId" clId="{3A914C17-C672-4CB4-A6FB-94081337ACB3}" dt="2026-07-28T22:40:36.362" v="0" actId="20577"/>
          <ac:spMkLst>
            <pc:docMk/>
            <pc:sldMk cId="3985451584" sldId="256"/>
            <ac:spMk id="3" creationId="{C00DC5BE-AEF6-0587-515C-98526272A8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18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60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23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2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04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714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0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027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3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777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7522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254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5504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310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367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90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C21E0-53B1-4E5F-82A8-63E277902B6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28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research" TargetMode="External"/><Relationship Id="rId2" Type="http://schemas.openxmlformats.org/officeDocument/2006/relationships/image" Target="../media/image1.1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xda-developers.com/here-are-all-the-new-features-microsoft-added-to-excel-in-january-2026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CEFD1-3595-C8EA-C5ED-94960B36E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954338"/>
            <a:ext cx="8915399" cy="2673765"/>
          </a:xfrm>
        </p:spPr>
        <p:txBody>
          <a:bodyPr>
            <a:normAutofit/>
          </a:bodyPr>
          <a:lstStyle/>
          <a:p>
            <a:r>
              <a:rPr lang="en-US" sz="4800" b="1" dirty="0"/>
              <a:t>Food Delivery Analytics Dashboard using Power BI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DC5BE-AEF6-0587-515C-98526272A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3706761"/>
            <a:ext cx="8915399" cy="2595716"/>
          </a:xfrm>
        </p:spPr>
        <p:txBody>
          <a:bodyPr>
            <a:noAutofit/>
          </a:bodyPr>
          <a:lstStyle/>
          <a:p>
            <a:endParaRPr lang="en-US" sz="1600" b="1" dirty="0"/>
          </a:p>
          <a:p>
            <a:r>
              <a:rPr lang="en-US" sz="1600" b="1" dirty="0"/>
              <a:t>Presented by:</a:t>
            </a:r>
          </a:p>
          <a:p>
            <a:r>
              <a:rPr lang="en-US" sz="1600" b="1" dirty="0"/>
              <a:t>Sajeena A</a:t>
            </a:r>
          </a:p>
          <a:p>
            <a:r>
              <a:rPr lang="en-US" sz="1600" b="1" dirty="0"/>
              <a:t>Imarticus Learning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985451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494D-2686-BBFA-7771-5F35B80D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E5F2-3ECB-65A9-6255-1C1E409D6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77032"/>
          </a:xfrm>
        </p:spPr>
        <p:txBody>
          <a:bodyPr>
            <a:noAutofit/>
          </a:bodyPr>
          <a:lstStyle/>
          <a:p>
            <a:r>
              <a:rPr lang="en-US" sz="2000" dirty="0"/>
              <a:t>This project focuses on analyzing food delivery business data using Power BI.</a:t>
            </a:r>
          </a:p>
          <a:p>
            <a:endParaRPr lang="en-US" sz="2000" dirty="0"/>
          </a:p>
          <a:p>
            <a:r>
              <a:rPr lang="en-US" sz="2000" dirty="0"/>
              <a:t>The dashboard provides insights into orders, revenue, delivery performance, and customer preferences.</a:t>
            </a:r>
          </a:p>
          <a:p>
            <a:endParaRPr lang="en-US" sz="2000" dirty="0"/>
          </a:p>
          <a:p>
            <a:r>
              <a:rPr lang="en-US" sz="2000" dirty="0"/>
              <a:t>Interactive visualizations help businesses make faster and better decisions.</a:t>
            </a:r>
          </a:p>
          <a:p>
            <a:endParaRPr lang="en-US" sz="2000" dirty="0"/>
          </a:p>
          <a:p>
            <a:r>
              <a:rPr lang="en-US" sz="2000" dirty="0"/>
              <a:t>The project transforms raw delivery data into meaningful business insights.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2FBBAD-27C9-1F64-C6CE-A1EE36D07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74962" y="636864"/>
            <a:ext cx="1526817" cy="62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20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81E16-F23D-E975-5A3B-568F3FEA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58884"/>
          </a:xfrm>
        </p:spPr>
        <p:txBody>
          <a:bodyPr/>
          <a:lstStyle/>
          <a:p>
            <a:r>
              <a:rPr lang="en-IN" b="1" dirty="0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56D5-D94E-36B9-02E2-013707F3A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82994"/>
            <a:ext cx="8915400" cy="43282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Problem Statement:</a:t>
            </a:r>
          </a:p>
          <a:p>
            <a:r>
              <a:rPr lang="en-US" dirty="0"/>
              <a:t>Food delivery businesses generate large amounts of data every day.</a:t>
            </a:r>
          </a:p>
          <a:p>
            <a:r>
              <a:rPr lang="en-US" dirty="0"/>
              <a:t>Manual analysis of orders, revenue, and delivery performance is difficult and time consuming.</a:t>
            </a:r>
          </a:p>
          <a:p>
            <a:r>
              <a:rPr lang="en-US" dirty="0"/>
              <a:t>Businesses require a centralized dashboard to monitor performance and customer trends efficiently.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Objectives:</a:t>
            </a:r>
          </a:p>
          <a:p>
            <a:r>
              <a:rPr lang="en-US" dirty="0"/>
              <a:t>To analyze food delivery data using Power BI.</a:t>
            </a:r>
          </a:p>
          <a:p>
            <a:r>
              <a:rPr lang="en-US" dirty="0"/>
              <a:t>To create interactive visualizations for better decision-making.</a:t>
            </a:r>
          </a:p>
          <a:p>
            <a:r>
              <a:rPr lang="en-US" dirty="0"/>
              <a:t>To identify trends in orders, revenue, delivery time, and customer preferences.</a:t>
            </a:r>
            <a:endParaRPr lang="en-IN" dirty="0"/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F50DD2A7-575B-757A-9B8B-348BBC48B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90916" y="1582994"/>
            <a:ext cx="298296" cy="298296"/>
          </a:xfrm>
          <a:prstGeom prst="rect">
            <a:avLst/>
          </a:prstGeom>
        </p:spPr>
      </p:pic>
      <p:pic>
        <p:nvPicPr>
          <p:cNvPr id="7" name="Graphic 6" descr="Target with solid fill">
            <a:extLst>
              <a:ext uri="{FF2B5EF4-FFF2-40B4-BE49-F238E27FC236}">
                <a16:creationId xmlns:a16="http://schemas.microsoft.com/office/drawing/2014/main" id="{39D2EB4E-18D4-839A-9465-8184776F20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3769" y="3958199"/>
            <a:ext cx="465443" cy="37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B2DF-EC28-4A89-2685-375D35E0E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24465"/>
            <a:ext cx="8911687" cy="757083"/>
          </a:xfrm>
        </p:spPr>
        <p:txBody>
          <a:bodyPr/>
          <a:lstStyle/>
          <a:p>
            <a:r>
              <a:rPr lang="en-US" b="1" dirty="0"/>
              <a:t>Dataset Information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90EBB-B2E8-CA38-8FE3-110A94433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081549"/>
            <a:ext cx="8481911" cy="557489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6">
                    <a:lumMod val="50000"/>
                  </a:schemeClr>
                </a:solidFill>
              </a:rPr>
              <a:t>Dataset Used:</a:t>
            </a:r>
          </a:p>
          <a:p>
            <a:pPr marL="0" indent="0">
              <a:buNone/>
            </a:pPr>
            <a:r>
              <a:rPr lang="en-US" dirty="0"/>
              <a:t>• Food Delivery Analytics Dataset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100" b="1" dirty="0">
                <a:solidFill>
                  <a:schemeClr val="accent6">
                    <a:lumMod val="50000"/>
                  </a:schemeClr>
                </a:solidFill>
              </a:rPr>
              <a:t>Total Records: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5000+</a:t>
            </a:r>
            <a:r>
              <a:rPr lang="en-US" dirty="0">
                <a:solidFill>
                  <a:schemeClr val="tx1"/>
                </a:solidFill>
              </a:rPr>
              <a:t> rows of food delivery data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100" b="1" dirty="0">
                <a:solidFill>
                  <a:schemeClr val="accent6">
                    <a:lumMod val="50000"/>
                  </a:schemeClr>
                </a:solidFill>
              </a:rPr>
              <a:t>Dataset Contains:</a:t>
            </a:r>
          </a:p>
          <a:p>
            <a:pPr marL="0" indent="0">
              <a:buNone/>
            </a:pPr>
            <a:r>
              <a:rPr lang="en-US" dirty="0"/>
              <a:t>• Order ID</a:t>
            </a:r>
          </a:p>
          <a:p>
            <a:pPr marL="0" indent="0">
              <a:buNone/>
            </a:pPr>
            <a:r>
              <a:rPr lang="en-US" dirty="0"/>
              <a:t>• Order Date</a:t>
            </a:r>
          </a:p>
          <a:p>
            <a:pPr marL="0" indent="0">
              <a:buNone/>
            </a:pPr>
            <a:r>
              <a:rPr lang="en-US" dirty="0"/>
              <a:t>• Customer Name</a:t>
            </a:r>
          </a:p>
          <a:p>
            <a:pPr marL="0" indent="0">
              <a:buNone/>
            </a:pPr>
            <a:r>
              <a:rPr lang="en-US" dirty="0"/>
              <a:t>• City</a:t>
            </a:r>
          </a:p>
          <a:p>
            <a:pPr marL="0" indent="0">
              <a:buNone/>
            </a:pPr>
            <a:r>
              <a:rPr lang="en-US" dirty="0"/>
              <a:t>• Restaurant Name</a:t>
            </a:r>
          </a:p>
          <a:p>
            <a:pPr marL="0" indent="0">
              <a:buNone/>
            </a:pPr>
            <a:r>
              <a:rPr lang="en-US" dirty="0"/>
              <a:t>• Food Category</a:t>
            </a:r>
          </a:p>
          <a:p>
            <a:pPr marL="0" indent="0">
              <a:buNone/>
            </a:pPr>
            <a:r>
              <a:rPr lang="en-US" dirty="0"/>
              <a:t>• Order Amount</a:t>
            </a:r>
          </a:p>
          <a:p>
            <a:pPr marL="0" indent="0">
              <a:buNone/>
            </a:pPr>
            <a:r>
              <a:rPr lang="en-US" dirty="0"/>
              <a:t>• Delivery Time</a:t>
            </a:r>
          </a:p>
          <a:p>
            <a:pPr marL="0" indent="0">
              <a:buNone/>
            </a:pPr>
            <a:r>
              <a:rPr lang="en-US" dirty="0"/>
              <a:t>• Payment Method</a:t>
            </a:r>
          </a:p>
          <a:p>
            <a:pPr marL="0" indent="0">
              <a:buNone/>
            </a:pPr>
            <a:r>
              <a:rPr lang="en-US" dirty="0"/>
              <a:t>• Customer Rating</a:t>
            </a:r>
          </a:p>
          <a:p>
            <a:pPr marL="0" indent="0">
              <a:buNone/>
            </a:pPr>
            <a:r>
              <a:rPr lang="en-US" dirty="0"/>
              <a:t>• Delivery Status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D794D4-9D7B-D996-0DEA-8A9B276A8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48768" y="417906"/>
            <a:ext cx="1013686" cy="57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49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97DD-9881-18A5-16E1-9CF7178ED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31064"/>
          </a:xfrm>
        </p:spPr>
        <p:txBody>
          <a:bodyPr/>
          <a:lstStyle/>
          <a:p>
            <a:r>
              <a:rPr lang="en-IN" b="1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1BC4F-A3E8-2BC6-1887-6A0DF493D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8651" y="1553495"/>
            <a:ext cx="8580233" cy="50439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dirty="0"/>
              <a:t>The following tools and technologies were used in this project: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Power BI</a:t>
            </a:r>
          </a:p>
          <a:p>
            <a:r>
              <a:rPr lang="en-US" dirty="0"/>
              <a:t> Dashboard development and data visualization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1900" b="1" dirty="0"/>
              <a:t>Power Query</a:t>
            </a:r>
          </a:p>
          <a:p>
            <a:r>
              <a:rPr lang="en-US" dirty="0"/>
              <a:t> Data cleaning and transformation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900" b="1" dirty="0"/>
              <a:t>DAX (Data Analysis Expressions)</a:t>
            </a:r>
          </a:p>
          <a:p>
            <a:r>
              <a:rPr lang="en-US" dirty="0"/>
              <a:t> Creating calculated measures and KPIs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900" b="1" dirty="0"/>
              <a:t>Excel Dataset</a:t>
            </a:r>
          </a:p>
          <a:p>
            <a:r>
              <a:rPr lang="en-US" dirty="0"/>
              <a:t> Data source for analysis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900" b="1" dirty="0"/>
              <a:t>Visualization Techniques</a:t>
            </a:r>
          </a:p>
          <a:p>
            <a:r>
              <a:rPr lang="en-US" dirty="0"/>
              <a:t> Bar charts, line charts, donut charts, KPI cards, and slicers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1779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8518-69CE-8A93-C241-7983486E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826" y="93408"/>
            <a:ext cx="9911787" cy="1145458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accent1"/>
                </a:solidFill>
              </a:rPr>
              <a:t>Dashboard Overview</a:t>
            </a:r>
            <a:br>
              <a:rPr lang="en-IN" b="1" dirty="0">
                <a:solidFill>
                  <a:schemeClr val="accent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The dashboard provides interactive insights into food delivery performance, including revenue trends, customer ratings, delivery efficiency, restaurant performance, and food category analysis.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C078BF-EC22-DA21-25BC-39B40F486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981" y="1330806"/>
            <a:ext cx="12015019" cy="552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05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1D35-0805-B51A-403A-E7D605EBF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19555"/>
          </a:xfrm>
        </p:spPr>
        <p:txBody>
          <a:bodyPr/>
          <a:lstStyle/>
          <a:p>
            <a:r>
              <a:rPr lang="en-IN" b="1" dirty="0"/>
              <a:t>Key Insights &amp;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81AB9-6022-6513-E5F2-FFE962CE4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356851"/>
            <a:ext cx="11209644" cy="52504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Key Insights:</a:t>
            </a:r>
          </a:p>
          <a:p>
            <a:r>
              <a:rPr lang="en-US" sz="2100" dirty="0">
                <a:solidFill>
                  <a:schemeClr val="tx1"/>
                </a:solidFill>
              </a:rPr>
              <a:t>Chennai recorded the highest number of food orders.</a:t>
            </a:r>
          </a:p>
          <a:p>
            <a:endParaRPr lang="en-US" sz="2100" dirty="0">
              <a:solidFill>
                <a:schemeClr val="tx1"/>
              </a:solidFill>
            </a:endParaRPr>
          </a:p>
          <a:p>
            <a:r>
              <a:rPr lang="en-US" sz="2100" dirty="0">
                <a:solidFill>
                  <a:schemeClr val="tx1"/>
                </a:solidFill>
              </a:rPr>
              <a:t>Royal Biryani generated the highest revenue among restaurants.</a:t>
            </a:r>
          </a:p>
          <a:p>
            <a:endParaRPr lang="en-US" sz="2100" dirty="0">
              <a:solidFill>
                <a:schemeClr val="tx1"/>
              </a:solidFill>
            </a:endParaRPr>
          </a:p>
          <a:p>
            <a:r>
              <a:rPr lang="en-US" sz="2100" dirty="0">
                <a:solidFill>
                  <a:schemeClr val="tx1"/>
                </a:solidFill>
              </a:rPr>
              <a:t>Snacks and South Indian categories were among the most popular food types.</a:t>
            </a:r>
          </a:p>
          <a:p>
            <a:endParaRPr lang="en-US" sz="2100" dirty="0">
              <a:solidFill>
                <a:schemeClr val="tx1"/>
              </a:solidFill>
            </a:endParaRPr>
          </a:p>
          <a:p>
            <a:r>
              <a:rPr lang="en-US" sz="2100" dirty="0">
                <a:solidFill>
                  <a:schemeClr val="tx1"/>
                </a:solidFill>
              </a:rPr>
              <a:t>Average delivery time was approximately 53 minutes.</a:t>
            </a:r>
          </a:p>
          <a:p>
            <a:endParaRPr lang="en-US" sz="2100" dirty="0">
              <a:solidFill>
                <a:schemeClr val="tx1"/>
              </a:solidFill>
            </a:endParaRPr>
          </a:p>
          <a:p>
            <a:r>
              <a:rPr lang="en-US" sz="2100" dirty="0">
                <a:solidFill>
                  <a:schemeClr val="tx1"/>
                </a:solidFill>
              </a:rPr>
              <a:t>Customer ratings remained close to 3 out of 5 on average.</a:t>
            </a:r>
          </a:p>
          <a:p>
            <a:pPr marL="0" indent="0">
              <a:buNone/>
            </a:pPr>
            <a:br>
              <a:rPr lang="en-US" dirty="0">
                <a:solidFill>
                  <a:srgbClr val="92D050"/>
                </a:solidFill>
              </a:rPr>
            </a:br>
            <a:r>
              <a:rPr lang="en-US" sz="2600" b="1" dirty="0">
                <a:solidFill>
                  <a:schemeClr val="accent1"/>
                </a:solidFill>
              </a:rPr>
              <a:t>Outcomes: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300" dirty="0">
                <a:solidFill>
                  <a:schemeClr val="tx1"/>
                </a:solidFill>
              </a:rPr>
              <a:t>Improved understanding of customer preferences and restaurant performance.</a:t>
            </a:r>
          </a:p>
          <a:p>
            <a:endParaRPr lang="en-US" sz="2300" dirty="0">
              <a:solidFill>
                <a:schemeClr val="tx1"/>
              </a:solidFill>
            </a:endParaRPr>
          </a:p>
          <a:p>
            <a:r>
              <a:rPr lang="en-US" sz="2300" dirty="0">
                <a:solidFill>
                  <a:schemeClr val="tx1"/>
                </a:solidFill>
              </a:rPr>
              <a:t>Interactive dashboard enables faster and better business decision-making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631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D403-B817-1CA7-3CE2-D1C0A4457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316" y="1691148"/>
            <a:ext cx="9823295" cy="3470786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85BF9-6B61-E260-E1EF-CBB32904A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1316" y="5506064"/>
            <a:ext cx="9823295" cy="106188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58001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154</TotalTime>
  <Words>382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Food Delivery Analytics Dashboard using Power BI </vt:lpstr>
      <vt:lpstr>Project Overview</vt:lpstr>
      <vt:lpstr>Problem Statement &amp; Objectives</vt:lpstr>
      <vt:lpstr>Dataset Information</vt:lpstr>
      <vt:lpstr>Tools &amp; Technologies</vt:lpstr>
      <vt:lpstr>Dashboard Overview The dashboard provides interactive insights into food delivery performance, including revenue trends, customer ratings, delivery efficiency, restaurant performance, and food category analysis.</vt:lpstr>
      <vt:lpstr>Key Insights &amp; Outcomes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Sjeena Abbas</dc:creator>
  <cp:lastModifiedBy>Sjeena Abbas</cp:lastModifiedBy>
  <cp:revision>1</cp:revision>
  <dcterms:created xsi:type="dcterms:W3CDTF">2026-05-17T08:11:32Z</dcterms:created>
  <dcterms:modified xsi:type="dcterms:W3CDTF">2026-07-28T22:40:42Z</dcterms:modified>
</cp:coreProperties>
</file>